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77"/>
  </p:normalViewPr>
  <p:slideViewPr>
    <p:cSldViewPr snapToGrid="0" snapToObjects="1" showGuides="1">
      <p:cViewPr varScale="1">
        <p:scale>
          <a:sx n="79" d="100"/>
          <a:sy n="79" d="100"/>
        </p:scale>
        <p:origin x="101" y="2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86F03-6FFD-C54B-A3A2-6030C0212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86696-A0DE-9346-857B-FF8DE0FB8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E2C97-BF72-BB4F-8F31-7EFE54C0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1D98-55BE-E34B-B3E1-B1DE829F7585}" type="datetimeFigureOut">
              <a:rPr lang="en-GB" smtClean="0"/>
              <a:t>23/03/2021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B2CB9-35E8-824B-B967-3206EAC6C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DDA02-2408-9740-97AF-DB0A91E4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889-84FC-E04F-828D-0E9F68403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4586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06103-AEA9-434A-B2BA-4F07E47E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2878-B98F-7D42-99C9-C9A1A9533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B0FF8-EF49-4F4B-9528-E4C07D720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1D98-55BE-E34B-B3E1-B1DE829F7585}" type="datetimeFigureOut">
              <a:rPr lang="en-GB" smtClean="0"/>
              <a:t>23/03/2021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42B16-EF55-5440-9B44-BEED98B6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6FE8C-24FC-1A41-A14B-6A4220A4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889-84FC-E04F-828D-0E9F68403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41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3734D-CA5D-414B-B48B-AAA5A0EAF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98577-5D2B-6E42-9ECC-BD4FB6DB7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DA28E-CD61-FE48-B6DB-B616340F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1D98-55BE-E34B-B3E1-B1DE829F7585}" type="datetimeFigureOut">
              <a:rPr lang="en-GB" smtClean="0"/>
              <a:t>23/03/2021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045AA-33FE-8D41-910A-D163EDACC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D785A-AABC-E24C-9D33-84C905203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889-84FC-E04F-828D-0E9F68403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48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BC214-BEE9-E843-B967-E6D04AF5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4C507-4898-174C-AF37-95F96D8F7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622D0-DCD3-B64A-B86F-4F1B6B7BA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AEF66-D24C-D444-A6CF-70367070E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1D98-55BE-E34B-B3E1-B1DE829F7585}" type="datetimeFigureOut">
              <a:rPr lang="en-GB" smtClean="0"/>
              <a:t>23/03/2021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C405B-07CF-3841-8D62-A250DBDA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6901A-0FA6-1D4C-BB70-8E1DE40E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889-84FC-E04F-828D-0E9F68403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267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27682-BC3E-8C49-9127-3682E69B0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AF1D5-7073-BF45-81D9-CCD539A70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D8723-7BE6-4941-B483-C1C568CBF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64F9C-9967-814D-9840-1AD9314E1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869E9B-87FE-CA4A-8161-613F8025CB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E0DB34-2BD6-3548-8616-BCBF3593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1D98-55BE-E34B-B3E1-B1DE829F7585}" type="datetimeFigureOut">
              <a:rPr lang="en-GB" smtClean="0"/>
              <a:t>23/03/2021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1A4A7-1124-EA41-A3F0-804459014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7A512B-61CB-CE4E-8E03-DD78CE4C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889-84FC-E04F-828D-0E9F68403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177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34A3B-DE37-D24C-B79A-348E665E0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408B53-7024-CF4D-8E64-256C4FD0D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1D98-55BE-E34B-B3E1-B1DE829F7585}" type="datetimeFigureOut">
              <a:rPr lang="en-GB" smtClean="0"/>
              <a:t>23/03/2021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BA841-E139-B242-9BD5-2735B647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F88F2-0E2B-7342-BB6B-CCDBB097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889-84FC-E04F-828D-0E9F68403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79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16391-F2EB-D64C-9F05-723FEAE87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1D98-55BE-E34B-B3E1-B1DE829F7585}" type="datetimeFigureOut">
              <a:rPr lang="en-GB" smtClean="0"/>
              <a:t>23/03/2021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EE5B7-9A3C-5D4B-A6FF-A9A752EE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BF44A-45CB-AE43-9E77-89449DDC7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889-84FC-E04F-828D-0E9F68403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059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6286A-BA36-E348-958F-B5132CDBB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75F65-B353-854C-86F3-A4E7F4A2F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56309-1AAB-6341-A764-648431EEE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4CA73-0270-7C49-82E0-72CD2EE69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1D98-55BE-E34B-B3E1-B1DE829F7585}" type="datetimeFigureOut">
              <a:rPr lang="en-GB" smtClean="0"/>
              <a:t>23/03/2021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C91EB-81D3-8848-9046-07E4DE03F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A7333-0368-5540-A669-EF155EC72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889-84FC-E04F-828D-0E9F68403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167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BCB71-01C6-C643-BD13-92E5F42A6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6A7696-F669-CA4B-B2DC-64671693F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1C0E0-17A9-3849-A717-4C9EE30DE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3E4F6-310E-034A-9D38-FE7229399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1D98-55BE-E34B-B3E1-B1DE829F7585}" type="datetimeFigureOut">
              <a:rPr lang="en-GB" smtClean="0"/>
              <a:t>23/03/2021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B0AA9-F7D3-234E-BB68-9DFB5A14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94676-4FF6-5848-B9C1-B30FC0891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889-84FC-E04F-828D-0E9F68403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26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4585-3DFC-374B-A6A3-BA3B1FD29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73908-A4F6-8249-80B4-7412D37D2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4D164-D9AC-1E40-9298-F7E73AACD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1D98-55BE-E34B-B3E1-B1DE829F7585}" type="datetimeFigureOut">
              <a:rPr lang="en-GB" smtClean="0"/>
              <a:t>23/03/2021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6CA04-0794-134E-B519-0A6BFAB2A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9EF44-24FB-BA49-ACC5-DCA6A5CE7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889-84FC-E04F-828D-0E9F68403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609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82D812-1577-A24A-A74B-9A388E3673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F4EED-DB0A-4645-A962-C55C12B08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6A06B-C39A-2D42-A6C6-78BB0BFA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71D98-55BE-E34B-B3E1-B1DE829F7585}" type="datetimeFigureOut">
              <a:rPr lang="en-GB" smtClean="0"/>
              <a:t>23/03/2021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597BF-3A1F-8D4C-AB78-532C5C0D0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B3536-7FCB-5345-9796-5E6123CA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1889-84FC-E04F-828D-0E9F68403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184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24DAD-6AC1-E146-8AAC-B38275DE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8EA7D-DE0A-6543-A56E-7187EAAA7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D5B58-0011-3B47-AC4D-6DD8443B3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71D98-55BE-E34B-B3E1-B1DE829F7585}" type="datetimeFigureOut">
              <a:rPr lang="en-GB" smtClean="0"/>
              <a:t>23/03/2021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94415-73C8-8941-A684-28D80F256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C008A-3DE0-2E43-8241-C87DAE0C8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1889-84FC-E04F-828D-0E9F68403E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49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osdoc.cogsci.nl/3.2/download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B05FE-990F-D146-B362-5EF75805F7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Week 7 seminar:</a:t>
            </a:r>
            <a:br>
              <a:rPr lang="en-GB" dirty="0"/>
            </a:br>
            <a:r>
              <a:rPr lang="en-GB" dirty="0"/>
              <a:t>Sentence Verification Task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069D2-F481-8D4E-AE2A-282A54415B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632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1BF4F-C6B7-D04C-9FF2-E8F607567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dirty="0"/>
              <a:t>Seminar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45DA6-8883-AD4F-90BB-A1E92BB34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600" dirty="0"/>
              <a:t>Get hands on experience with the Sentence Verification Task.</a:t>
            </a:r>
          </a:p>
          <a:p>
            <a:pPr lvl="1"/>
            <a:r>
              <a:rPr lang="en-GB" sz="2800" dirty="0"/>
              <a:t>Generate data for use in next week’s analysis seminar</a:t>
            </a:r>
          </a:p>
          <a:p>
            <a:pPr lvl="1"/>
            <a:r>
              <a:rPr lang="en-GB" sz="2800" dirty="0"/>
              <a:t>If you haven’t already you will need to download and install </a:t>
            </a:r>
            <a:r>
              <a:rPr lang="en-GB" sz="2800" dirty="0" err="1"/>
              <a:t>OpenSesame</a:t>
            </a:r>
            <a:r>
              <a:rPr lang="en-GB" sz="2800" dirty="0"/>
              <a:t> app (remember it is free)</a:t>
            </a:r>
          </a:p>
          <a:p>
            <a:pPr lvl="2"/>
            <a:r>
              <a:rPr lang="en-GB" sz="2400" dirty="0">
                <a:hlinkClick r:id="rId2"/>
              </a:rPr>
              <a:t>https://osdoc.cogsci.nl/3.2/download/</a:t>
            </a:r>
            <a:endParaRPr lang="en-GB" sz="2400" dirty="0"/>
          </a:p>
          <a:p>
            <a:r>
              <a:rPr lang="en-GB" sz="3200" dirty="0"/>
              <a:t>Learn about counterbalancing and its importance in language research.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9982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A03C-9D34-854B-84AC-A3C45CF8E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Sentence Verification 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A6CF5D-9930-FB4C-962B-16D20EE29B68}"/>
              </a:ext>
            </a:extLst>
          </p:cNvPr>
          <p:cNvSpPr txBox="1"/>
          <p:nvPr/>
        </p:nvSpPr>
        <p:spPr>
          <a:xfrm>
            <a:off x="835919" y="2579692"/>
            <a:ext cx="40943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dirty="0"/>
              <a:t>Log into OSF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dirty="0"/>
              <a:t>Navigate to experiment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600" dirty="0"/>
              <a:t>Double click, save and open.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4013C-6967-4F30-901A-5049E0CF0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248" y="1273021"/>
            <a:ext cx="5661039" cy="532688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0330BA-F071-46FD-A974-0B2BF420484B}"/>
              </a:ext>
            </a:extLst>
          </p:cNvPr>
          <p:cNvCxnSpPr>
            <a:cxnSpLocks/>
          </p:cNvCxnSpPr>
          <p:nvPr/>
        </p:nvCxnSpPr>
        <p:spPr>
          <a:xfrm>
            <a:off x="3638145" y="4961106"/>
            <a:ext cx="2718267" cy="114673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975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1392-02C3-104B-9D27-2F8847553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Sentence Verification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071A4-C3D9-254E-8284-FD619ED7C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Participant’s are presented with a statement and must indicate whether the statement is true or false.</a:t>
            </a:r>
          </a:p>
          <a:p>
            <a:r>
              <a:rPr lang="en-GB" sz="3600" dirty="0"/>
              <a:t>Technique is used in categorisation research as well as in reasoning research. </a:t>
            </a:r>
          </a:p>
        </p:txBody>
      </p:sp>
    </p:spTree>
    <p:extLst>
      <p:ext uri="{BB962C8B-B14F-4D97-AF65-F5344CB8AC3E}">
        <p14:creationId xmlns:p14="http://schemas.microsoft.com/office/powerpoint/2010/main" val="361809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EDED-5D4A-2D41-A8A4-1F9DC8E7E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Sentence Verification Task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63B3AB-C67D-2E4C-8CF8-59F67E1E3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5209" y="1465235"/>
            <a:ext cx="9198591" cy="5128168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D7E849-E249-0349-992B-8ABD274C0CD9}"/>
              </a:ext>
            </a:extLst>
          </p:cNvPr>
          <p:cNvCxnSpPr>
            <a:cxnSpLocks/>
          </p:cNvCxnSpPr>
          <p:nvPr/>
        </p:nvCxnSpPr>
        <p:spPr>
          <a:xfrm flipV="1">
            <a:off x="1249157" y="2049997"/>
            <a:ext cx="2388358" cy="1501253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2ED6425-EBC6-7048-889D-E6A8B6C976F3}"/>
              </a:ext>
            </a:extLst>
          </p:cNvPr>
          <p:cNvSpPr txBox="1"/>
          <p:nvPr/>
        </p:nvSpPr>
        <p:spPr>
          <a:xfrm>
            <a:off x="172528" y="3709358"/>
            <a:ext cx="17942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green triangle to run the experimental demo.</a:t>
            </a:r>
          </a:p>
        </p:txBody>
      </p:sp>
    </p:spTree>
    <p:extLst>
      <p:ext uri="{BB962C8B-B14F-4D97-AF65-F5344CB8AC3E}">
        <p14:creationId xmlns:p14="http://schemas.microsoft.com/office/powerpoint/2010/main" val="883779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F7382-82D4-FB4D-9EEA-1CEC922E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Sentence Verification Task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E0929F-B73C-704E-B30C-77C1C770B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7558" y="1842877"/>
            <a:ext cx="5419313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0A25D0-DA7E-134A-848A-1E87461F4A6A}"/>
              </a:ext>
            </a:extLst>
          </p:cNvPr>
          <p:cNvSpPr txBox="1"/>
          <p:nvPr/>
        </p:nvSpPr>
        <p:spPr>
          <a:xfrm>
            <a:off x="838200" y="2002609"/>
            <a:ext cx="327803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/>
              <a:t>Use student number without the letter for attendance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/>
              <a:t>Shouldn’t take longer than 10-15 minutes.</a:t>
            </a:r>
          </a:p>
        </p:txBody>
      </p:sp>
    </p:spTree>
    <p:extLst>
      <p:ext uri="{BB962C8B-B14F-4D97-AF65-F5344CB8AC3E}">
        <p14:creationId xmlns:p14="http://schemas.microsoft.com/office/powerpoint/2010/main" val="3752952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AEB13-61A6-464C-8051-6199C0093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OpenSesame</a:t>
            </a:r>
            <a:r>
              <a:rPr lang="en-GB" dirty="0"/>
              <a:t> Modification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2FC28-C8C3-D142-B9D5-8784773A2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This week we have only 1 modification to make. </a:t>
            </a:r>
          </a:p>
          <a:p>
            <a:r>
              <a:rPr lang="en-GB" sz="3600" dirty="0"/>
              <a:t>We are going to change the counterbalancing of the study. </a:t>
            </a:r>
          </a:p>
          <a:p>
            <a:r>
              <a:rPr lang="en-GB" sz="3600" dirty="0"/>
              <a:t>Counterbalancing is important in experimental research. If done correctly it can help researchers avoid confounds. </a:t>
            </a:r>
          </a:p>
        </p:txBody>
      </p:sp>
    </p:spTree>
    <p:extLst>
      <p:ext uri="{BB962C8B-B14F-4D97-AF65-F5344CB8AC3E}">
        <p14:creationId xmlns:p14="http://schemas.microsoft.com/office/powerpoint/2010/main" val="345804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28428-AC45-3D4E-B069-C4CFCB99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dirty="0"/>
              <a:t>First Unlink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BB2FE2-B471-4F38-9D0E-5EDFC27CD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30" y="1690688"/>
            <a:ext cx="11552921" cy="44199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B98206-57D6-E84B-8930-F8AA718ADDDE}"/>
              </a:ext>
            </a:extLst>
          </p:cNvPr>
          <p:cNvSpPr/>
          <p:nvPr/>
        </p:nvSpPr>
        <p:spPr>
          <a:xfrm>
            <a:off x="9618636" y="2170862"/>
            <a:ext cx="1104181" cy="84538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944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ED43D-FB06-FB40-96DD-05BAE5E09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dirty="0"/>
              <a:t>Experimental Loop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EFF12D-C6C3-274B-A6A4-6916303D97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3441" y="1825625"/>
            <a:ext cx="10185117" cy="435133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109EAD9-F3C4-0349-802C-3270DD3895D6}"/>
              </a:ext>
            </a:extLst>
          </p:cNvPr>
          <p:cNvSpPr/>
          <p:nvPr/>
        </p:nvSpPr>
        <p:spPr>
          <a:xfrm>
            <a:off x="6096000" y="4433977"/>
            <a:ext cx="1063925" cy="41406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695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E39A-EE6C-F945-9DAC-981B18172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dirty="0"/>
              <a:t>The File Pool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84C49D-F967-1647-B53E-3FEA9ECAF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8141" y="1911889"/>
            <a:ext cx="640848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5EE8ED-AB40-5246-BDBD-80C46DB60447}"/>
              </a:ext>
            </a:extLst>
          </p:cNvPr>
          <p:cNvSpPr txBox="1"/>
          <p:nvPr/>
        </p:nvSpPr>
        <p:spPr>
          <a:xfrm>
            <a:off x="379562" y="1911889"/>
            <a:ext cx="485857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Clicking Browse will open the file pool.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This is a directory where </a:t>
            </a:r>
            <a:r>
              <a:rPr lang="en-GB" sz="2800" dirty="0" err="1"/>
              <a:t>OpenSesame</a:t>
            </a:r>
            <a:r>
              <a:rPr lang="en-GB" sz="2800" dirty="0"/>
              <a:t> stores files related to this experiment.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Right click on the file and open it in excel to edit it.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5E5350-628D-8F43-8482-92F091E12826}"/>
              </a:ext>
            </a:extLst>
          </p:cNvPr>
          <p:cNvSpPr/>
          <p:nvPr/>
        </p:nvSpPr>
        <p:spPr>
          <a:xfrm>
            <a:off x="8108830" y="3466160"/>
            <a:ext cx="638355" cy="34671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848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C001E-A498-3140-9036-AE17D27F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 Design 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0C2F22-07CA-C748-92DC-B7D492CC3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054" y="1524000"/>
            <a:ext cx="9664700" cy="3810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CE34DD-683C-4D41-9789-C0C75643086C}"/>
              </a:ext>
            </a:extLst>
          </p:cNvPr>
          <p:cNvSpPr txBox="1"/>
          <p:nvPr/>
        </p:nvSpPr>
        <p:spPr>
          <a:xfrm>
            <a:off x="1000664" y="5382881"/>
            <a:ext cx="97133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There are 8 conditions which result from the factorial combination of columns B (typicality), C (negation), and F (</a:t>
            </a:r>
            <a:r>
              <a:rPr lang="en-GB" sz="2800" dirty="0" err="1"/>
              <a:t>category_agreement</a:t>
            </a:r>
            <a:r>
              <a:rPr lang="en-GB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3154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F1233-60AF-9541-B176-DCFA15AE7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Closer Look at the Stimuli and Counterbalancing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8E624D6-5E7F-564B-B467-9DCE3A037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6601" y="1210211"/>
            <a:ext cx="6647852" cy="5332502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72EC35-A6B5-124E-8C7A-13E19CB8C7DC}"/>
              </a:ext>
            </a:extLst>
          </p:cNvPr>
          <p:cNvSpPr txBox="1"/>
          <p:nvPr/>
        </p:nvSpPr>
        <p:spPr>
          <a:xfrm>
            <a:off x="838200" y="1794294"/>
            <a:ext cx="419962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Usually you would have as many counterbalance “lists” as you have conditions.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This demo, has only two counterbalance “lists” so that participants see many trials without needing to write many items.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Make 4 counterbalance lists so that participants never see the same target word more than once.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65421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F1233-60AF-9541-B176-DCFA15AE7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Closer Look at the Stimuli and Counterbalancing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72EC35-A6B5-124E-8C7A-13E19CB8C7DC}"/>
              </a:ext>
            </a:extLst>
          </p:cNvPr>
          <p:cNvSpPr txBox="1"/>
          <p:nvPr/>
        </p:nvSpPr>
        <p:spPr>
          <a:xfrm>
            <a:off x="838200" y="1794294"/>
            <a:ext cx="419962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Usually you would have as many counterbalance “lists” as you have conditions.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This demo, has only two counterbalance “lists” so that participants see many trials without needing to write many items.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Make 4 counterbalance lists so that participants never see the same target word more than once.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21FB082-065A-7E44-83EF-406CDDD04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5747" y="1177623"/>
            <a:ext cx="6395408" cy="5355088"/>
          </a:xfrm>
        </p:spPr>
      </p:pic>
    </p:spTree>
    <p:extLst>
      <p:ext uri="{BB962C8B-B14F-4D97-AF65-F5344CB8AC3E}">
        <p14:creationId xmlns:p14="http://schemas.microsoft.com/office/powerpoint/2010/main" val="182300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FC8D-0F9E-9C42-9462-93A4A699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Pivot Table Check!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36BF6C-58B9-814E-9897-97702A4B2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2649" y="1356844"/>
            <a:ext cx="9489057" cy="523615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01866E-B584-BD44-A3E4-727B7BBF69AE}"/>
              </a:ext>
            </a:extLst>
          </p:cNvPr>
          <p:cNvSpPr txBox="1"/>
          <p:nvPr/>
        </p:nvSpPr>
        <p:spPr>
          <a:xfrm>
            <a:off x="120770" y="1863216"/>
            <a:ext cx="21048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If you’ve done it right then each list will have 3 trials in each of the 8 conditions.</a:t>
            </a:r>
          </a:p>
        </p:txBody>
      </p:sp>
    </p:spTree>
    <p:extLst>
      <p:ext uri="{BB962C8B-B14F-4D97-AF65-F5344CB8AC3E}">
        <p14:creationId xmlns:p14="http://schemas.microsoft.com/office/powerpoint/2010/main" val="3609650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13B3B-63BD-3E45-A8E1-A8062D269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 sequence “run if”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E228E-E2DF-AF41-A5F5-B2F0C4FB2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These statements use a modulus operator % which returns the remainder of a division operation. </a:t>
            </a:r>
          </a:p>
          <a:p>
            <a:r>
              <a:rPr lang="en-GB" dirty="0"/>
              <a:t>When there were two lists we used the statement “﻿[counterbalance] = (([</a:t>
            </a:r>
            <a:r>
              <a:rPr lang="en-GB" dirty="0" err="1"/>
              <a:t>subject_nr</a:t>
            </a:r>
            <a:r>
              <a:rPr lang="en-GB" dirty="0"/>
              <a:t>]%2)+1)”</a:t>
            </a:r>
          </a:p>
          <a:p>
            <a:r>
              <a:rPr lang="en-GB" dirty="0"/>
              <a:t>[</a:t>
            </a:r>
            <a:r>
              <a:rPr lang="en-GB" dirty="0" err="1"/>
              <a:t>Subject_nr</a:t>
            </a:r>
            <a:r>
              <a:rPr lang="en-GB" dirty="0"/>
              <a:t>]%2 will return a zero for participants with even student numbers and a 1 for participants with an odd student number. We add 1 to this in order to match with the counterbalance list numbers.</a:t>
            </a:r>
          </a:p>
          <a:p>
            <a:pPr lvl="1"/>
            <a:r>
              <a:rPr lang="en-GB" dirty="0"/>
              <a:t>Yes we could have also numbered our lists 0 and 1 instead of 1 and 2.</a:t>
            </a:r>
          </a:p>
        </p:txBody>
      </p:sp>
    </p:spTree>
    <p:extLst>
      <p:ext uri="{BB962C8B-B14F-4D97-AF65-F5344CB8AC3E}">
        <p14:creationId xmlns:p14="http://schemas.microsoft.com/office/powerpoint/2010/main" val="1036544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8371-109B-0340-B007-CC7A5E1C3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 sequence “run if” statements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EDD528-51AD-3E4B-9B6C-1C3512569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331" y="1453905"/>
            <a:ext cx="7746521" cy="542125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255E87-DC7E-834B-B141-3CAA394F5BFC}"/>
              </a:ext>
            </a:extLst>
          </p:cNvPr>
          <p:cNvSpPr txBox="1"/>
          <p:nvPr/>
        </p:nvSpPr>
        <p:spPr>
          <a:xfrm>
            <a:off x="8532962" y="2173767"/>
            <a:ext cx="30436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Change %2 to %4 for all run if statements that it appears in.</a:t>
            </a:r>
          </a:p>
        </p:txBody>
      </p:sp>
    </p:spTree>
    <p:extLst>
      <p:ext uri="{BB962C8B-B14F-4D97-AF65-F5344CB8AC3E}">
        <p14:creationId xmlns:p14="http://schemas.microsoft.com/office/powerpoint/2010/main" val="1802441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540</Words>
  <Application>Microsoft Office PowerPoint</Application>
  <PresentationFormat>Widescreen</PresentationFormat>
  <Paragraphs>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Week 7 seminar: Sentence Verification Task</vt:lpstr>
      <vt:lpstr>Seminar Objectives</vt:lpstr>
      <vt:lpstr>Sentence Verification Task</vt:lpstr>
      <vt:lpstr>Sentence Verification Task</vt:lpstr>
      <vt:lpstr>Sentence Verification Task</vt:lpstr>
      <vt:lpstr>Sentence Verification Task</vt:lpstr>
      <vt:lpstr>OpenSesame Modification</vt:lpstr>
      <vt:lpstr>First Unlink</vt:lpstr>
      <vt:lpstr>Experimental Loop</vt:lpstr>
      <vt:lpstr>The File Pool</vt:lpstr>
      <vt:lpstr>Experiment Design File</vt:lpstr>
      <vt:lpstr>A Closer Look at the Stimuli and Counterbalancing</vt:lpstr>
      <vt:lpstr>A Closer Look at the Stimuli and Counterbalancing</vt:lpstr>
      <vt:lpstr>Pivot Table Check!</vt:lpstr>
      <vt:lpstr>Change sequence “run if” statements</vt:lpstr>
      <vt:lpstr>Change sequence “run if” statements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38 seminar: Sentence Verification Task</dc:title>
  <dc:creator>Tim Slattery</dc:creator>
  <cp:lastModifiedBy>Tim Slattery</cp:lastModifiedBy>
  <cp:revision>22</cp:revision>
  <dcterms:created xsi:type="dcterms:W3CDTF">2020-03-22T22:26:37Z</dcterms:created>
  <dcterms:modified xsi:type="dcterms:W3CDTF">2021-03-23T01:38:20Z</dcterms:modified>
</cp:coreProperties>
</file>